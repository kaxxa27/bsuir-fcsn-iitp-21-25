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9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7FA5D-B9B5-4BC2-A920-50A6B90A95C0}" type="datetimeFigureOut">
              <a:rPr lang="ru-RU" smtClean="0"/>
              <a:pPr/>
              <a:t>04.04.2013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9AC96-5FB4-4522-A746-57A6962E997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CCD1-3621-420D-B459-8A6F5BDE57C6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83B3-2975-42CD-BE4C-47FB49552AE3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335B-5D09-4486-AE32-2846FA7C4A52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8C0-FAA4-4BFB-A159-BA0ACCCFE604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B57B-C614-42B5-BFCF-4CD63282EA32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5C38-94D5-4451-A455-D45BAFB2F22A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79F8A-B8F1-4945-9DBD-9F9BF4F86262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8E46-1CD1-45A2-BA7C-959CF745460C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D640-A190-4A8D-A227-992A8580F5D3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C9D3A-F315-4826-BAE0-5310EACCF06F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701B-785F-472A-8F6B-BAB2541D4F6E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5F864-AF4B-49DC-BA16-6C31E3536135}" type="datetime1">
              <a:rPr lang="ru-RU" smtClean="0"/>
              <a:pPr/>
              <a:t>04.04.2013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639C6-E521-41B7-B71F-18D6D0BB12F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Команды ассемблера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 smtClean="0"/>
              <a:t>Подпрограммы и прерывания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BF73-D1E1-4A50-8879-EE8EFC7EB8E6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82594"/>
          </a:xfrm>
        </p:spPr>
        <p:txBody>
          <a:bodyPr>
            <a:noAutofit/>
          </a:bodyPr>
          <a:lstStyle/>
          <a:p>
            <a:r>
              <a:rPr lang="ru-RU" sz="4000" dirty="0" smtClean="0"/>
              <a:t>Подпрограммы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5857916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  <a:buNone/>
            </a:pPr>
            <a:r>
              <a:rPr lang="ru-RU" dirty="0" smtClean="0"/>
              <a:t>Из одной главной программы вызываются процедуры на выполнение. После завершения работы процедуры возвращают управление главной программе и выполнение продолжается с команды, следующей за командой вызова подпрограммы.</a:t>
            </a:r>
          </a:p>
          <a:p>
            <a:pPr>
              <a:spcBef>
                <a:spcPts val="600"/>
              </a:spcBef>
              <a:buNone/>
            </a:pPr>
            <a:endParaRPr lang="ru-RU" sz="500" dirty="0" smtClean="0"/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Язык программирования Ассемблера поддерживает применение процедур двух типов:</a:t>
            </a:r>
          </a:p>
          <a:p>
            <a:pPr>
              <a:spcBef>
                <a:spcPts val="600"/>
              </a:spcBef>
            </a:pPr>
            <a:r>
              <a:rPr lang="ru-RU" dirty="0" smtClean="0"/>
              <a:t>ближнего (</a:t>
            </a:r>
            <a:r>
              <a:rPr lang="ru-RU" dirty="0" err="1" smtClean="0"/>
              <a:t>near</a:t>
            </a:r>
            <a:r>
              <a:rPr lang="ru-RU" dirty="0" smtClean="0"/>
              <a:t>) – процедуры должны находится в том же сегменте, что и вызывающая программа,</a:t>
            </a:r>
          </a:p>
          <a:p>
            <a:pPr>
              <a:spcBef>
                <a:spcPts val="600"/>
              </a:spcBef>
            </a:pPr>
            <a:r>
              <a:rPr lang="ru-RU" dirty="0" smtClean="0"/>
              <a:t>дальнего (</a:t>
            </a:r>
            <a:r>
              <a:rPr lang="ru-RU" dirty="0" err="1" smtClean="0"/>
              <a:t>far</a:t>
            </a:r>
            <a:r>
              <a:rPr lang="ru-RU" dirty="0" smtClean="0"/>
              <a:t>) – к процедуре можно обращаться из любого другого кодового сегмента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562612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При вызове процедуры в стеке сохраняется адрес возврата в вызывающую программу:</a:t>
            </a:r>
          </a:p>
          <a:p>
            <a:r>
              <a:rPr lang="ru-RU" dirty="0" smtClean="0"/>
              <a:t>при вызове ближней процедуры – слово, содержащее смещение точки вызова относительно текущего кодового сегмента;</a:t>
            </a:r>
          </a:p>
          <a:p>
            <a:r>
              <a:rPr lang="ru-RU" dirty="0" smtClean="0"/>
              <a:t>при вызове дальней процедуры – слово, содержащее адрес сегмента, в котором расположена точка возврата, и слово, содержащее смещение точки возврата в этом сегменте.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ru-RU" dirty="0" smtClean="0"/>
              <a:t>Синтаксис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4292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/>
              <a:t>&lt;</a:t>
            </a:r>
            <a:r>
              <a:rPr lang="ru-RU" dirty="0" err="1" smtClean="0"/>
              <a:t>имя_процедуры</a:t>
            </a:r>
            <a:r>
              <a:rPr lang="ru-RU" dirty="0" smtClean="0"/>
              <a:t>&gt;    PROC &lt;параметр&gt;</a:t>
            </a:r>
          </a:p>
          <a:p>
            <a:pPr>
              <a:buNone/>
            </a:pPr>
            <a:r>
              <a:rPr lang="ru-RU" dirty="0" smtClean="0"/>
              <a:t>                   &lt;</a:t>
            </a:r>
            <a:r>
              <a:rPr lang="ru-RU" dirty="0" err="1" smtClean="0"/>
              <a:t>тело_процедуры</a:t>
            </a:r>
            <a:r>
              <a:rPr lang="ru-RU" dirty="0" smtClean="0"/>
              <a:t>&gt;</a:t>
            </a:r>
          </a:p>
          <a:p>
            <a:pPr>
              <a:buNone/>
            </a:pPr>
            <a:r>
              <a:rPr lang="ru-RU" dirty="0" smtClean="0"/>
              <a:t>&lt;</a:t>
            </a:r>
            <a:r>
              <a:rPr lang="ru-RU" dirty="0" err="1" smtClean="0"/>
              <a:t>имя_процедуры</a:t>
            </a:r>
            <a:r>
              <a:rPr lang="ru-RU" dirty="0" smtClean="0"/>
              <a:t>&gt;    ENDP</a:t>
            </a:r>
          </a:p>
          <a:p>
            <a:pPr>
              <a:buNone/>
            </a:pPr>
            <a:r>
              <a:rPr lang="ru-RU" dirty="0" smtClean="0"/>
              <a:t>Следует обратить внимание, что в директиве PROC после имени не ставится двоеточие, хотя имя и считается меткой.</a:t>
            </a:r>
          </a:p>
          <a:p>
            <a:pPr>
              <a:buNone/>
            </a:pPr>
            <a:r>
              <a:rPr lang="ru-RU" dirty="0" smtClean="0"/>
              <a:t>Параметр, указываемый после ключевого слова PROC, определяет тип процедуры: ближний (NEAR) или дальний (FAR). Если параметр отсутствует, то по умолчанию процедура считается ближней.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579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Передача параметров в подпрограммы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541180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 smtClean="0"/>
              <a:t>Через регистры: основная программа записывает параметры в какие-либо регистры, а процедура по мере необходимости извлекает их из этих регистров и использует в своей работе. Такой способ имеет один основной недостаток: передавать параметры через регистры можно если их немного (если много, то просто не хватит регистров). </a:t>
            </a:r>
          </a:p>
          <a:p>
            <a:pPr>
              <a:buNone/>
            </a:pPr>
            <a:r>
              <a:rPr lang="ru-RU" dirty="0" smtClean="0"/>
              <a:t>Через стек: в этом случае основная программа записывает параметры в стек и вызывает подпрограмму, подпрограмма работает с параметрами и, возвращая управление, очищает стек.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Вызов подпрограммы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541180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Вызов подпрограммы  - CALL.</a:t>
            </a:r>
          </a:p>
          <a:p>
            <a:pPr>
              <a:buNone/>
            </a:pPr>
            <a:r>
              <a:rPr lang="ru-RU" dirty="0" smtClean="0"/>
              <a:t>NEAR CALL (внутрисегментный). Указывает новое значение регистра IP и сохраняет старое значение счетчика команд (IP) в стеке в качестве адреса возврата. </a:t>
            </a:r>
          </a:p>
          <a:p>
            <a:pPr>
              <a:buNone/>
            </a:pPr>
            <a:r>
              <a:rPr lang="ru-RU" dirty="0" smtClean="0"/>
              <a:t>FAR CALL (межсегментный) – задает новые значения сегмента CS и смещения IP для дальнейшего выполнения программы и сохраняет в стеке как регистр IP, так и регистр CS.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Возврат из подпрограммы RET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5572164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внутрисегментный возврат извлекает из стека одно слово и помещает его в регистр IP;</a:t>
            </a:r>
          </a:p>
          <a:p>
            <a:r>
              <a:rPr lang="ru-RU" dirty="0" smtClean="0"/>
              <a:t>межсегментный возврат извлекает из стека два слова, помещая слова из меньшего адреса в регистр IP, а слово из большего адреса – в регистр CS. </a:t>
            </a:r>
          </a:p>
          <a:p>
            <a:pPr>
              <a:buNone/>
            </a:pPr>
            <a:r>
              <a:rPr lang="ru-RU" dirty="0" smtClean="0"/>
              <a:t>Команда RET может иметь операнд, который представляет собой значение, прибавляемое микропроцессором к содержимому указателя стека SP после извлечения адреса возврата (очистка стека).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/>
          </a:bodyPr>
          <a:lstStyle/>
          <a:p>
            <a:r>
              <a:rPr lang="ru-RU" dirty="0" smtClean="0"/>
              <a:t>Прерывания DOS и BIOS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564360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dirty="0" smtClean="0"/>
              <a:t>Это обычные процедуры, написанные разработчиками операционной системы (прерывания DOS) или разработчиками аппаратных средств компьютера (прерывания BIOS). </a:t>
            </a:r>
          </a:p>
          <a:p>
            <a:pPr>
              <a:buNone/>
            </a:pPr>
            <a:r>
              <a:rPr lang="ru-RU" dirty="0" smtClean="0"/>
              <a:t>Для вызова используется команда </a:t>
            </a:r>
          </a:p>
          <a:p>
            <a:pPr>
              <a:buNone/>
            </a:pPr>
            <a:r>
              <a:rPr lang="ru-RU" dirty="0" smtClean="0"/>
              <a:t>		INT </a:t>
            </a:r>
            <a:r>
              <a:rPr lang="en-US" dirty="0" smtClean="0"/>
              <a:t>&lt;</a:t>
            </a:r>
            <a:r>
              <a:rPr lang="ru-RU" dirty="0" smtClean="0"/>
              <a:t>номер прерывания</a:t>
            </a:r>
            <a:r>
              <a:rPr lang="en-US" dirty="0" smtClean="0"/>
              <a:t>&gt;</a:t>
            </a:r>
            <a:r>
              <a:rPr lang="ru-RU" dirty="0" smtClean="0"/>
              <a:t> (INT 10h, INT 21h) </a:t>
            </a:r>
          </a:p>
          <a:p>
            <a:pPr>
              <a:buNone/>
            </a:pPr>
            <a:r>
              <a:rPr lang="ru-RU" dirty="0" smtClean="0"/>
              <a:t>После такой команды начинает работать подпрограмма обработки прерывания, начальный адрес которой записан в таблице векторов прерываний под соответствующим номером.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285728"/>
            <a:ext cx="9144000" cy="5840435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dirty="0" smtClean="0"/>
              <a:t>Процедуры объединяются в группы. Перед вызовом прерывания в регистр AH заносится номер необходимой функции:</a:t>
            </a:r>
          </a:p>
          <a:p>
            <a:pPr>
              <a:buNone/>
            </a:pPr>
            <a:r>
              <a:rPr lang="ru-RU" dirty="0" smtClean="0"/>
              <a:t>		MOV  AH,&lt;номер функции&gt;</a:t>
            </a:r>
          </a:p>
          <a:p>
            <a:pPr>
              <a:buNone/>
            </a:pPr>
            <a:r>
              <a:rPr lang="ru-RU" dirty="0" smtClean="0"/>
              <a:t>		INT  &lt;номер прерывания&gt;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Ниже приведен пример использования прерывания 21H функции 02 для вывода символа на экран.</a:t>
            </a:r>
          </a:p>
          <a:p>
            <a:pPr>
              <a:buNone/>
            </a:pPr>
            <a:r>
              <a:rPr lang="ru-RU" dirty="0" smtClean="0"/>
              <a:t>MOV  AH,02h    ;AH – номер функции</a:t>
            </a:r>
          </a:p>
          <a:p>
            <a:pPr>
              <a:buNone/>
            </a:pPr>
            <a:r>
              <a:rPr lang="ru-RU" dirty="0" smtClean="0"/>
              <a:t>MOV  </a:t>
            </a:r>
            <a:r>
              <a:rPr lang="ru-RU" dirty="0" err="1" smtClean="0"/>
              <a:t>DL,’a</a:t>
            </a:r>
            <a:r>
              <a:rPr lang="ru-RU" dirty="0" smtClean="0"/>
              <a:t>’        ;DL – выводимый символ</a:t>
            </a:r>
          </a:p>
          <a:p>
            <a:pPr>
              <a:buNone/>
            </a:pPr>
            <a:r>
              <a:rPr lang="ru-RU" dirty="0" smtClean="0"/>
              <a:t>INT  21h              ;инициализация прерывания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2151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mtClean="0"/>
              <a:t>CALL </a:t>
            </a:r>
            <a:r>
              <a:rPr lang="ru-RU" dirty="0" smtClean="0"/>
              <a:t>m1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MOV </a:t>
            </a:r>
            <a:r>
              <a:rPr lang="ru-RU" dirty="0" smtClean="0"/>
              <a:t>AX, 2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RET </a:t>
            </a:r>
            <a:r>
              <a:rPr lang="ru-RU" dirty="0" smtClean="0"/>
              <a:t>; вернуться в операционную систему.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ru-RU" dirty="0" smtClean="0"/>
              <a:t>m1 </a:t>
            </a:r>
            <a:r>
              <a:rPr lang="ru-RU" dirty="0" smtClean="0"/>
              <a:t>PROC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MOV </a:t>
            </a:r>
            <a:r>
              <a:rPr lang="ru-RU" dirty="0" smtClean="0"/>
              <a:t>BX, 5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RET </a:t>
            </a:r>
            <a:r>
              <a:rPr lang="ru-RU" dirty="0" smtClean="0"/>
              <a:t>; вернуться в программу, из которой была вызвана.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m1</a:t>
            </a:r>
            <a:r>
              <a:rPr lang="en-US" dirty="0" smtClean="0"/>
              <a:t> </a:t>
            </a:r>
            <a:r>
              <a:rPr lang="ru-RU" dirty="0" smtClean="0"/>
              <a:t>ENDP </a:t>
            </a:r>
          </a:p>
          <a:p>
            <a:pPr>
              <a:buNone/>
            </a:pPr>
            <a:r>
              <a:rPr lang="ru-RU" dirty="0" smtClean="0"/>
              <a:t>END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635798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LEA </a:t>
            </a:r>
            <a:r>
              <a:rPr lang="en-US" dirty="0" smtClean="0"/>
              <a:t>SI, </a:t>
            </a:r>
            <a:r>
              <a:rPr lang="en-US" dirty="0" err="1" smtClean="0"/>
              <a:t>msg</a:t>
            </a:r>
            <a:r>
              <a:rPr lang="en-US" dirty="0" smtClean="0"/>
              <a:t> ; </a:t>
            </a:r>
            <a:r>
              <a:rPr lang="ru-RU" dirty="0" smtClean="0"/>
              <a:t>загрузить адрес </a:t>
            </a:r>
            <a:r>
              <a:rPr lang="en-US" dirty="0" err="1" smtClean="0"/>
              <a:t>msg</a:t>
            </a:r>
            <a:r>
              <a:rPr lang="en-US" dirty="0" smtClean="0"/>
              <a:t> </a:t>
            </a:r>
            <a:r>
              <a:rPr lang="ru-RU" dirty="0" smtClean="0"/>
              <a:t>в регистр </a:t>
            </a:r>
            <a:r>
              <a:rPr lang="en-US" dirty="0" smtClean="0"/>
              <a:t>SI.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CALL </a:t>
            </a:r>
            <a:r>
              <a:rPr lang="en-US" dirty="0" err="1" smtClean="0"/>
              <a:t>print_me</a:t>
            </a:r>
            <a:r>
              <a:rPr lang="en-US" dirty="0" smtClean="0"/>
              <a:t>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RET </a:t>
            </a:r>
            <a:r>
              <a:rPr lang="en-US" dirty="0" smtClean="0"/>
              <a:t>; </a:t>
            </a:r>
            <a:r>
              <a:rPr lang="ru-RU" dirty="0" smtClean="0"/>
              <a:t>вернуться в ОС.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;========================================== </a:t>
            </a:r>
          </a:p>
          <a:p>
            <a:pPr>
              <a:buNone/>
            </a:pPr>
            <a:r>
              <a:rPr lang="ru-RU" dirty="0" smtClean="0"/>
              <a:t>; </a:t>
            </a:r>
            <a:r>
              <a:rPr lang="ru-RU" dirty="0" smtClean="0"/>
              <a:t>эта процедура печатает строку, строка должна оканчиваться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; </a:t>
            </a:r>
            <a:r>
              <a:rPr lang="ru-RU" dirty="0" smtClean="0"/>
              <a:t>нулем (иметь ноль в конце), адрес строки </a:t>
            </a:r>
            <a:r>
              <a:rPr lang="ru-RU" dirty="0" smtClean="0"/>
              <a:t>должен </a:t>
            </a:r>
            <a:r>
              <a:rPr lang="ru-RU" dirty="0" smtClean="0"/>
              <a:t>быть в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; регистре </a:t>
            </a:r>
            <a:r>
              <a:rPr lang="en-US" dirty="0" smtClean="0"/>
              <a:t>SI</a:t>
            </a:r>
            <a:r>
              <a:rPr lang="en-US" dirty="0" smtClean="0"/>
              <a:t>: </a:t>
            </a:r>
            <a:endParaRPr lang="ru-RU" dirty="0" smtClean="0"/>
          </a:p>
          <a:p>
            <a:pPr>
              <a:buNone/>
            </a:pPr>
            <a:r>
              <a:rPr lang="en-US" dirty="0" err="1" smtClean="0"/>
              <a:t>print_me</a:t>
            </a:r>
            <a:r>
              <a:rPr lang="en-US" dirty="0" smtClean="0"/>
              <a:t> </a:t>
            </a:r>
            <a:r>
              <a:rPr lang="en-US" dirty="0" smtClean="0"/>
              <a:t>PROC </a:t>
            </a:r>
            <a:endParaRPr lang="ru-RU" dirty="0" smtClean="0"/>
          </a:p>
          <a:p>
            <a:pPr>
              <a:buNone/>
            </a:pPr>
            <a:r>
              <a:rPr lang="en-US" dirty="0" err="1" smtClean="0"/>
              <a:t>next_char</a:t>
            </a:r>
            <a:r>
              <a:rPr lang="en-US" dirty="0" smtClean="0"/>
              <a:t>: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CMP [SI</a:t>
            </a:r>
            <a:r>
              <a:rPr lang="en-US" dirty="0" smtClean="0"/>
              <a:t>], 0 ; </a:t>
            </a:r>
            <a:r>
              <a:rPr lang="ru-RU" dirty="0" smtClean="0"/>
              <a:t>проверить </a:t>
            </a:r>
            <a:r>
              <a:rPr lang="ru-RU" dirty="0" smtClean="0"/>
              <a:t>регистр </a:t>
            </a:r>
            <a:r>
              <a:rPr lang="en-US" dirty="0" smtClean="0"/>
              <a:t>SI, </a:t>
            </a:r>
            <a:r>
              <a:rPr lang="ru-RU" dirty="0" smtClean="0"/>
              <a:t>если он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JE </a:t>
            </a:r>
            <a:r>
              <a:rPr lang="en-US" dirty="0" smtClean="0"/>
              <a:t>stop ; </a:t>
            </a:r>
            <a:r>
              <a:rPr lang="ru-RU" dirty="0" smtClean="0"/>
              <a:t>равен 0, перейти к метке </a:t>
            </a:r>
            <a:r>
              <a:rPr lang="en-US" dirty="0" smtClean="0"/>
              <a:t>stop 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635798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MOV </a:t>
            </a:r>
            <a:r>
              <a:rPr lang="en-US" dirty="0" smtClean="0"/>
              <a:t>AL, [SI] ; </a:t>
            </a:r>
            <a:r>
              <a:rPr lang="ru-RU" dirty="0" smtClean="0"/>
              <a:t>иначе получить </a:t>
            </a:r>
            <a:r>
              <a:rPr lang="en-US" dirty="0" smtClean="0"/>
              <a:t>ASCII-</a:t>
            </a:r>
            <a:r>
              <a:rPr lang="ru-RU" dirty="0" smtClean="0"/>
              <a:t>символ.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MOV </a:t>
            </a:r>
            <a:r>
              <a:rPr lang="en-US" dirty="0" smtClean="0"/>
              <a:t>AH, 0Eh ; </a:t>
            </a:r>
            <a:r>
              <a:rPr lang="ru-RU" dirty="0" smtClean="0"/>
              <a:t>номер функции для печати символа.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INT </a:t>
            </a:r>
            <a:r>
              <a:rPr lang="en-US" dirty="0" smtClean="0"/>
              <a:t>10h ; </a:t>
            </a:r>
            <a:r>
              <a:rPr lang="ru-RU" dirty="0" smtClean="0"/>
              <a:t>используем прерывание для печати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smtClean="0"/>
              <a:t>; </a:t>
            </a:r>
            <a:r>
              <a:rPr lang="ru-RU" dirty="0" smtClean="0"/>
              <a:t>символа из </a:t>
            </a:r>
            <a:r>
              <a:rPr lang="en-US" dirty="0" smtClean="0"/>
              <a:t>AL.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ADD </a:t>
            </a:r>
            <a:r>
              <a:rPr lang="en-US" dirty="0" smtClean="0"/>
              <a:t>SI, 1 ; </a:t>
            </a:r>
            <a:r>
              <a:rPr lang="ru-RU" dirty="0" smtClean="0"/>
              <a:t>увеличить индекс строкового массива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JMP </a:t>
            </a:r>
            <a:r>
              <a:rPr lang="en-US" dirty="0" err="1" smtClean="0"/>
              <a:t>next_char</a:t>
            </a:r>
            <a:r>
              <a:rPr lang="en-US" dirty="0" smtClean="0"/>
              <a:t> ; </a:t>
            </a:r>
            <a:r>
              <a:rPr lang="ru-RU" dirty="0" smtClean="0"/>
              <a:t>вернуться и напечатать другой символ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stop</a:t>
            </a:r>
            <a:r>
              <a:rPr lang="en-US" dirty="0" smtClean="0"/>
              <a:t>: RET ; </a:t>
            </a:r>
            <a:r>
              <a:rPr lang="ru-RU" dirty="0" smtClean="0"/>
              <a:t>вернуться в программу. </a:t>
            </a:r>
            <a:endParaRPr lang="ru-RU" dirty="0" smtClean="0"/>
          </a:p>
          <a:p>
            <a:pPr>
              <a:buNone/>
            </a:pPr>
            <a:r>
              <a:rPr lang="en-US" dirty="0" err="1" smtClean="0"/>
              <a:t>print_me</a:t>
            </a:r>
            <a:r>
              <a:rPr lang="en-US" dirty="0" smtClean="0"/>
              <a:t> ENDP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;======================================== </a:t>
            </a:r>
            <a:endParaRPr lang="ru-RU" dirty="0" smtClean="0"/>
          </a:p>
          <a:p>
            <a:pPr>
              <a:buNone/>
            </a:pPr>
            <a:r>
              <a:rPr lang="en-US" dirty="0" err="1" smtClean="0"/>
              <a:t>msg</a:t>
            </a:r>
            <a:r>
              <a:rPr lang="en-US" dirty="0" smtClean="0"/>
              <a:t> </a:t>
            </a:r>
            <a:r>
              <a:rPr lang="en-US" dirty="0" smtClean="0"/>
              <a:t>DB 'Hello World!', 0 ; </a:t>
            </a:r>
            <a:r>
              <a:rPr lang="ru-RU" dirty="0" smtClean="0"/>
              <a:t>строка с нулевым окончанием </a:t>
            </a:r>
            <a:r>
              <a:rPr lang="en-US" dirty="0" smtClean="0"/>
              <a:t>END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639C6-E521-41B7-B71F-18D6D0BB12F3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357</Words>
  <Application>Microsoft Office PowerPoint</Application>
  <PresentationFormat>Экран (4:3)</PresentationFormat>
  <Paragraphs>83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Команды ассемблера</vt:lpstr>
      <vt:lpstr>Подпрограммы</vt:lpstr>
      <vt:lpstr>Слайд 3</vt:lpstr>
      <vt:lpstr>Синтаксис</vt:lpstr>
      <vt:lpstr>Передача параметров в подпрограммы</vt:lpstr>
      <vt:lpstr>Вызов подпрограммы</vt:lpstr>
      <vt:lpstr>Возврат из подпрограммы RET</vt:lpstr>
      <vt:lpstr>Прерывания DOS и BIOS</vt:lpstr>
      <vt:lpstr>Слайд 9</vt:lpstr>
      <vt:lpstr>Слайд 10</vt:lpstr>
      <vt:lpstr>Слайд 11</vt:lpstr>
      <vt:lpstr>Слайд 12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Команды ассемблера</dc:title>
  <dc:creator>katerina n</dc:creator>
  <cp:lastModifiedBy>katerina n</cp:lastModifiedBy>
  <cp:revision>87</cp:revision>
  <dcterms:created xsi:type="dcterms:W3CDTF">2013-03-27T19:22:45Z</dcterms:created>
  <dcterms:modified xsi:type="dcterms:W3CDTF">2013-04-04T08:05:31Z</dcterms:modified>
</cp:coreProperties>
</file>